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1036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UNINTER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36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UNIVERSITARIO INTERNACIONAL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286000" cy="45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11680"/>
            <a:ext cx="1036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PORTAL INTERATIVO</a:t>
            </a:r>
            <a:endParaRPr lang="en-US" sz="3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MATEMATICA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1036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Gamificada de Apoio ao Ensino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Matematica Basica para Alunos do CAIC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480560"/>
            <a:ext cx="2743200" cy="36576"/>
          </a:xfrm>
          <a:prstGeom prst="rect">
            <a:avLst/>
          </a:prstGeom>
          <a:solidFill>
            <a:srgbClr val="44556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63440"/>
            <a:ext cx="1036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JOAO VICTOR BORGES CARVALHO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983480"/>
            <a:ext cx="1036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Pocos de Caldas - MG  |  2026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1371600"/>
            <a:ext cx="2286000" cy="2286000"/>
          </a:xfrm>
          <a:prstGeom prst="ellipse">
            <a:avLst/>
          </a:prstGeom>
          <a:solidFill>
            <a:srgbClr val="FF6B6B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235440" y="2560320"/>
            <a:ext cx="1097280" cy="109728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0" y="4114800"/>
            <a:ext cx="640080" cy="640080"/>
          </a:xfrm>
          <a:prstGeom prst="ellipse">
            <a:avLst/>
          </a:prstGeom>
          <a:solidFill>
            <a:srgbClr val="FFE66D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0" y="18288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🚀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1036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34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Diagnostico e Objetivos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36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identificado e o que nos propusemos a resolver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38912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38100">
            <a:solidFill>
              <a:srgbClr val="FF6B6B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🔍 O PROBLEMA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do Ensino Fundamental I e II do CAIC enfrentam barreiras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significativas na compreensao de conceitos matematicos abstratos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(divisao, fracoes) quando expostos exclusivamente a metodos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tradicionais de ensino. Ha urgencia em recursos ludicos e interativos.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12080" y="1417320"/>
            <a:ext cx="438912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38100">
            <a:solidFill>
              <a:srgbClr val="4ECDC4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4068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OBJETIVO GERAL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40680" y="196596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uma plataforma digital interativa, composta por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videoaulas didaticas e jogos educativos, voltada ao suporte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pedagogico dos alunos do CAIC no dominio de operacoes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matematicas fundamentais.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886968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OBJETIVOS ESPECIFICOS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160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🎬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Produzir videoaulas de curta duracao com foco em operacoes basicas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507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🎮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4507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jogos digitais educativos para pratica dos conceitos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8554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🖥️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8554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Estruturar AVA com interface intuitiva adaptada ao publico infantil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0" y="52029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0" y="52029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gamificacao com XP, niveis e feedback motivacional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0" y="55504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0" y="5550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painel de acompanhamento para professores (dashboard)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1036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34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Tecnologias e Arquitetura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36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100% open-source, serverless e sem custo de infraestrutura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 (VANILLA)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FE6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38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90195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13055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paginas com design responsivo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FE6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441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4048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63347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arquivos de estilo, variaveis CSS, @media print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FE6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944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29077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313639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scripts modulares (~7k linhas), sem frameworks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0" y="1371600"/>
            <a:ext cx="393192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1463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APIS EXTERNAS (CDN)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0" y="1874520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FE6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1938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📺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77840" y="190195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IFrame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77840" y="213055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videoaulas embed com fallback de erro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0" y="2377440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FE6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2441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77840" y="24048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77840" y="263347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Graficos de desempenho no dashboard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0" y="2880360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FE6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2944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🎉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577840" y="29077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canvas-confetti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77840" y="313639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Animacoes de celebracao no quiz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0" y="3383280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FE6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34472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577840" y="341071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77840" y="363931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cloud para persistencia multi-dispositivo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29200" y="3886200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FE6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66360" y="3950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🔊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577840" y="39136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577840" y="414223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 (TTS) em portugues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29200" y="4389120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FE6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4453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🎵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577840" y="441655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577840" y="464515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sonoro programatico (sem arquivos)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4937760"/>
            <a:ext cx="12192000" cy="86868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983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ARQUITETURA SERVERLESS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57200" y="53035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(persistencia)  →  Supabase (sync cloud)  →  GitHub Pages (deploy continuo)  →  Custo: R$ 0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1036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34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Funcionalidades Implementadas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36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modulos principais desenvolvidos ao longo de 8 semanas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8346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508760"/>
            <a:ext cx="502920" cy="502920"/>
          </a:xfrm>
          <a:prstGeom prst="ellipse">
            <a:avLst/>
          </a:prstGeom>
          <a:solidFill>
            <a:srgbClr val="FF6B6B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Quiz Interativo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dinamico com 4 categorias,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niveis, distratores inteligentes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revisao de erros com TTS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566160" y="1371600"/>
            <a:ext cx="28346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FFE66D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03320" y="1508760"/>
            <a:ext cx="502920" cy="502920"/>
          </a:xfrm>
          <a:prstGeom prst="ellipse">
            <a:avLst/>
          </a:prstGeom>
          <a:solidFill>
            <a:srgbClr val="FFE66D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🎮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43400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6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Jogos Educativos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49040" y="21031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Catalogo com 4 jogos verificados\n(Cobras e Escadas, Hit the Button,\nFruit Splat Adicao e Subtracao)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675120" y="1371600"/>
            <a:ext cx="28346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4ECDC4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12280" y="1508760"/>
            <a:ext cx="502920" cy="502920"/>
          </a:xfrm>
          <a:prstGeom prst="ellipse">
            <a:avLst/>
          </a:prstGeom>
          <a:solidFill>
            <a:srgbClr val="4ECDC4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📺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452360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Videoaulas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0" y="21031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videos via YouTube API com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spinner de carregamento, fallback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erro e XP ao assistir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28346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8E44AD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337560"/>
            <a:ext cx="502920" cy="502920"/>
          </a:xfrm>
          <a:prstGeom prst="ellipse">
            <a:avLst/>
          </a:prstGeom>
          <a:solidFill>
            <a:srgbClr val="8E44AD">
              <a:alpha val="1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⚔️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4440" y="3337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44A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Multiplayer X1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3931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Split-screen para 2 jogadores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mesmo teclado (ASDW vs setas)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XP para ambos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566160" y="3200400"/>
            <a:ext cx="28346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95D5B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703320" y="3337560"/>
            <a:ext cx="502920" cy="502920"/>
          </a:xfrm>
          <a:prstGeom prst="ellipse">
            <a:avLst/>
          </a:prstGeom>
          <a:solidFill>
            <a:srgbClr val="95D5B2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70332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343400" y="3337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D5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Gamificacao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749040" y="3931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com 6 niveis (Visitante → Genio),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de progresso, animacoes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level-up, recompensas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675120" y="3200400"/>
            <a:ext cx="28346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12280" y="3337560"/>
            <a:ext cx="502920" cy="502920"/>
          </a:xfrm>
          <a:prstGeom prst="ellipse">
            <a:avLst/>
          </a:prstGeom>
          <a:solidFill>
            <a:srgbClr val="FF6B6B">
              <a:alpha val="1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81228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452360" y="3337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58000" y="3931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do professor: CRUD turmas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alunos, graficos Chart.js, ranking,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relatorio individual, PDF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4983480"/>
            <a:ext cx="8869680" cy="594360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9834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♿ Acessibilidade: Alto Contraste  •  🔊 Text-to-Speech (PT-BR)  •  🎵 Feedback Sonoro  •  🧭 Tour Guiado (primeiro acesso)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95D5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1036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34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Resultados e Metricas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36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entregue em numeros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10312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FE6E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417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947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325880"/>
            <a:ext cx="210312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FE6E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1417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651760" y="1947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JS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(~7k linhas)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1325880"/>
            <a:ext cx="210312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FE6E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417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E6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937760" y="1947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videoaulas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23760" y="1325880"/>
            <a:ext cx="210312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FE6E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23760" y="1417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5D5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223760" y="1947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catalogados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509760" y="1325880"/>
            <a:ext cx="210312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FE6E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509760" y="1417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509760" y="1947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niveis de XP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gamificados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651760"/>
            <a:ext cx="886968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CORRECOES E QUALIDADE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108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🐛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108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bugs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03120" y="3108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corrigidos durante o desenvolvimento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474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3474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admin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03120" y="3474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substituida de hardcoded para aleatoria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840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3840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Validacao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03120" y="3840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 removido bloqueado no login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0" y="3108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🔄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0" y="3108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75120" y="3108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com categoria nula, fallback de distratores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0" y="3474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☁️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0" y="3474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675120" y="3474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cloud implementado com merge inteligente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4251960"/>
            <a:ext cx="886968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LINHA DO TEMPO DO DESENVOLVIMENTO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14400" y="5166360"/>
            <a:ext cx="7498080" cy="45720"/>
          </a:xfrm>
          <a:prstGeom prst="rect">
            <a:avLst/>
          </a:prstGeom>
          <a:solidFill>
            <a:srgbClr val="DFE6E9"/>
          </a:solidFill>
          <a:ln/>
        </p:spPr>
      </p:sp>
      <p:sp>
        <p:nvSpPr>
          <p:cNvPr id="40" name="Shape 38"/>
          <p:cNvSpPr/>
          <p:nvPr/>
        </p:nvSpPr>
        <p:spPr>
          <a:xfrm>
            <a:off x="1554480" y="5120640"/>
            <a:ext cx="137160" cy="13716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41" name="Text 39"/>
          <p:cNvSpPr/>
          <p:nvPr/>
        </p:nvSpPr>
        <p:spPr>
          <a:xfrm>
            <a:off x="1097280" y="4709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1-2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05840" y="5349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0" y="5120640"/>
            <a:ext cx="137160" cy="1371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44" name="Text 42"/>
          <p:cNvSpPr/>
          <p:nvPr/>
        </p:nvSpPr>
        <p:spPr>
          <a:xfrm>
            <a:off x="3200400" y="4709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3-4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108960" y="5349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+ Jogos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760720" y="5120640"/>
            <a:ext cx="137160" cy="137160"/>
          </a:xfrm>
          <a:prstGeom prst="ellipse">
            <a:avLst/>
          </a:prstGeom>
          <a:solidFill>
            <a:srgbClr val="FFE66D"/>
          </a:solidFill>
          <a:ln/>
        </p:spPr>
      </p:sp>
      <p:sp>
        <p:nvSpPr>
          <p:cNvPr id="47" name="Text 45"/>
          <p:cNvSpPr/>
          <p:nvPr/>
        </p:nvSpPr>
        <p:spPr>
          <a:xfrm>
            <a:off x="5303520" y="4709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E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5-6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212080" y="5349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Gamificacao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863840" y="5120640"/>
            <a:ext cx="137160" cy="137160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50" name="Text 48"/>
          <p:cNvSpPr/>
          <p:nvPr/>
        </p:nvSpPr>
        <p:spPr>
          <a:xfrm>
            <a:off x="7406640" y="4709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7-8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315200" y="5349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36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CONCLUSOES E IMPACTO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1371600" cy="36576"/>
          </a:xfrm>
          <a:prstGeom prst="rect">
            <a:avLst/>
          </a:prstGeom>
          <a:solidFill>
            <a:srgbClr val="95D5B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D5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OBJETIVOS ATINGIDOS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Plataforma digital interativa 100% funcional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0208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12 videoaulas + 4 jogos educativos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3500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Quiz com motor dinamico e revisao de erros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6791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Gamificacao com 6 niveis de XP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008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Dashboard do professor com graficos e PDF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Deploy publico gratuito no GitHub Pages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1234440"/>
            <a:ext cx="3931920" cy="54864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6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IMPACTO E REPERCUSSAO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0" y="1691640"/>
            <a:ext cx="393192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455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🏫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80760" y="1737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Levou tecnologia educacional gratuita para a escola publica de Pocos de Caldas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0" y="2331720"/>
            <a:ext cx="393192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455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0" y="2423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80760" y="2377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zero de infraestrutura — tecnologias 100% open-source e serverless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0" y="2971800"/>
            <a:ext cx="393192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455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356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♿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80760" y="3017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como prioridade — alto contraste, TTS, feedback sonoro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0" y="3611880"/>
            <a:ext cx="393192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455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2356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👥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80760" y="3657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colaborativo — 6 integrantes, Git/GitHub, code review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4114800"/>
            <a:ext cx="1371600" cy="3657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PROXIMOS PASSOS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45720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Mais operacoes matematicas (porcentagem, geometria)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4892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 mobile com interface adaptativa (PWA)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5212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Internacionalizacao para ingles e espanhol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0" y="45720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Mais conquistas e badges alem do sistema de XP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0" y="4892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Integracao com IA para recomendacao personalizada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5623560"/>
            <a:ext cx="12192000" cy="411480"/>
          </a:xfrm>
          <a:prstGeom prst="rect">
            <a:avLst/>
          </a:prstGeom>
          <a:solidFill>
            <a:srgbClr val="151D3D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5623560"/>
            <a:ext cx="1036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jkvzin.github.io/extensaoVI  |  📁 github.com/Jkvzin/extensaoVI  |  📧 jvb.carvalho@outlook.com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Portal Interativo de Matematica — CAIC</dc:title>
  <dc:subject>PptxGenJS Presentation</dc:subject>
  <dc:creator>Joao Victor Borges Carvalho</dc:creator>
  <cp:lastModifiedBy>Joao Victor Borges Carvalho</cp:lastModifiedBy>
  <cp:revision>1</cp:revision>
  <dcterms:created xsi:type="dcterms:W3CDTF">2026-06-22T18:44:34Z</dcterms:created>
  <dcterms:modified xsi:type="dcterms:W3CDTF">2026-06-22T18:44:34Z</dcterms:modified>
</cp:coreProperties>
</file>